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Logística: definir ordem dos grupos já no início. Cronômetro visível: 8 min por grupo + 2 de transição. Guardar 35 min finais para a discussão coletiva e síntese.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os grupos preparam: relembrar que o notebook (seção 3.1) gera o rascunho do relatório e a figura antes×depois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Mensagem: o exercício de hoje é uma versão em miniatura de documentos que já são exigidos na indústria e por reguladores. Os 4 domínios dos nossos datasets são todos 'alto risco' no EU AI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Dica de avaliação: os itens do checklist funcionam como rubrica. O item 'o custo' distingue apresentações maduras — vale avisar que é o mais valorizado.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este slide projetado DURANTE as apresentações (ou alternar com ele nas transições). Cada pessoa da plateia deve fazer ao menos 1 pergunta ao longo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Conduzir com as 4 perguntas em sequência (~6 min cada). A pergunta 3 costuma render mais: limiares por grupo = 'ação afirmativa algorítmica' — aceitação varia radicalmente por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Fechar conectando com os aprendizados esperados da proposta do workshop: origem dos vieses, decisões nunca neutras, métricas ↔ teoria, trade-offs inevitáveis, comunicação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Sugerir concretamente: rodar o notebook com um segundo dataset muda completamente o dilema — bom exercício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Se houver formulário de feedback do evento, projetar o QR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005840"/>
            <a:ext cx="2103120" cy="210312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468880"/>
            <a:ext cx="1325880" cy="132588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31089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INTRODUÇÃO À IA RESPONSÁVEL NA PRÁTICA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DE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de impacto — apresentações e discussão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sistemas, seis vieses, seis dilemas diferentes. Hoje vocês comunicam riscos como profissionais — e decidem como pessoas.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 em Ciência da Computação  ·  1h40  ·  viés &amp; fairness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de hoje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é de vocês — os slides do instrutor param aqui até a discussão final.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9887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— </a:t>
            </a:r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dos grupos, critérios do que é uma boa apresentação.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9589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min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28803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apresentações — </a:t>
            </a:r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por grupo + transições. Plateia anota: 1 pergunta por grupo.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191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384048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coletiva — </a:t>
            </a:r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entre os casos: onde os vieses nascem? Que trade-offs se repetem?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8792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86000" y="48006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boas práticas — </a:t>
            </a:r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levar do workshop para a carreira.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“relatório de impacto”? Porque é assim no mundo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riscos com honestidade é uma habilidade profissional — e, cada vez mais, uma exigência legal.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(Mitchell et al., 2019): documentação padronizada de modelos — desempenho desagregado por grupo, usos previstos e NÃO previstos.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for Datasets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7336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 et al., 2018: a mesma ideia para os DADOS — como foram coletados, o que não contêm, para que não servem.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de impacto algorítmico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4645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(2024): sistemas de alto risco — crédito, justiça, saúde, educação (os nossos 6 casos!) — exigem avaliação e monitoramento formais.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114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645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direito à revisão de decisões automatizadas (art. 20); PL 2338/2023 discute regulação de IA com abordagem baseada em risco.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roteiro dos 8 minutos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para todos — a comparação entre os casos é o que torna a discussão rica.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8915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—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prevê, quem usa, o que acontece com quem recebe o “sim”.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303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67004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03120" y="267004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viés —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disparidade encontrada, COM NÚMEROS — e em que etapa ela nasce.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5844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57164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03120" y="351129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mitigação —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tentaram e o que aconteceu com as métricas.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425696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41289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3525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03120" y="4352544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—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pagou o preço da correção. Mitigação “grátis” = mal medida.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52669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5414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51937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03120" y="519379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—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do grupo no dilema — e as salvaguardas para quem perde.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1828800"/>
            <a:ext cx="3383280" cy="4114800"/>
          </a:xfrm>
          <a:prstGeom prst="roundRect">
            <a:avLst>
              <a:gd name="adj" fmla="val 2432"/>
            </a:avLst>
          </a:prstGeom>
          <a:solidFill>
            <a:srgbClr val="EDF3FD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197510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qualidade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30768" y="2359152"/>
            <a:ext cx="298094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números concretos (nada de “melhorou um pouco”)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quem ganha E quem perde, nomeados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1 limitação que o grupo NÃO resolveu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 figura “antes × depois” do notebook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para a plateia: o que perguntar a cada grupo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assistem, procurem os contrastes — eles são o conteúdo da discussão final.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828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histórico no rótulo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modelo deve retratar o mundo ou corrigi-lo?”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DF3F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243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62432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medição + impossibilidade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62432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erro é moralmente pior: FP ou FN? Para quem?”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D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198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4198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pequenos + custos assimétricos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41985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 15% da base, dá para AFIRMAR discriminação?”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1538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diabetes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2153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acesso no rótulo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421538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o próprio rótulo é enviesado, que métrica sobra?”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DF3F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109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50109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/ codificação redundante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501091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“Cegar o modelo mudou algo? Por quê não?”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DF3F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06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58064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que rotula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58064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“Vocês contariam ao aluno que um algoritmo o marcou?”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coletiva: os padrões por trás dos 6 casos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min. Não há gabarito — há argumentos melhores e piores.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quantos casos o viés nasceu no RÓTULO (medição/acesso) e não no algoritmo? O que isso diz sobre onde investir esforço?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7336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mitigação saiu de graça? Quem pagou, em cada caso? Algum grupo mudaria de escolha depois de ouvir os outros?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4645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técnica (limiares por grupo) pareceu justa na saúde e polêmica na justiça criminal? Por quê?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4114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645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deveria ter a palavra final em cada sistema: dev, empresa, regulador, afetados? Difere por caso?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as 5 lições do workshop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vocês esquecerem tudo o mais, levem estas.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8000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esconde — </a:t>
            </a:r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global não diz nada sobre justiça. Desagregue métricas por grupo — SEMPRE.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825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1269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viés raramente está no código — </a:t>
            </a:r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nos dados, no rótulo, no uso. 'Debugar' fairness é investigar o mundo, não só o modelo.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758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453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64845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Cegar não resolve — </a:t>
            </a:r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atributo sensível não remove o viés (proxies) — e destrói sua capacidade de medi-lo.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67807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58114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 é plural — </a:t>
            </a:r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definições de fairness são matematicamente incompatíveis. Escolher uma é decisão ética e contextual.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562356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61075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5138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técnicas moldam vidas — </a:t>
            </a:r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 dados, escolher métrica, cortar limiar: cada uma redistribui oportunidade e dano entre pessoas.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continuar depois do workshop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notebook de hoje para a pesquisa e a carreira.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320954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Fairness and Machine Learning — Barocas, Hardt &amp; Narayanan (fairmlbook.org, grátis)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Bias — ProPublica (2016)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Kleinberg et al. 2016 · Chouldechova 2016 (impossibilidade)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Obermeyer et al. 2019 (Science)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4544568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Usar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2359152"/>
            <a:ext cx="320954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Fairlearn (fairlearn.org) — métricas + mitigação em Python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AIF360 (IBM) — 70+ métricas, 10+ algoritmos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LIME e SHAP — explicabilidade local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Cards Toolkit — documentação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20440" cy="4297680"/>
          </a:xfrm>
          <a:prstGeom prst="roundRect">
            <a:avLst>
              <a:gd name="adj" fmla="val 2338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8339328" y="197510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Fazer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39328" y="2359152"/>
            <a:ext cx="311810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Refaçam o notebook com outro dataset (são 6!)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Auditem um modelo de um projeto/IC de vocês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TCC nesta área: fairness em dados brasileiros é campo aberto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Acompanhem: FAccT (conferência ACM)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2194560" cy="219456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560320"/>
            <a:ext cx="1280160" cy="128016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30175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treinaram um modelo, encontraram a injustiça dentro dele,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tentaram consertar — e descobriram que consertar é escolher.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habilidade. O resto é biblioteca.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do workshop é muito bem-vindo. Bons projetos!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2026-10-04T18:45:30Z</dcterms:created>
  <dcterms:modified xsi:type="dcterms:W3CDTF">2026-10-04T18:45:30Z</dcterms:modified>
</cp:coreProperties>
</file>